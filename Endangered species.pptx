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1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31130F-372F-4212-B729-0B7090AC2C9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58957B2-A617-40F8-B704-76BC6960683C}">
      <dgm:prSet/>
      <dgm:spPr/>
      <dgm:t>
        <a:bodyPr/>
        <a:lstStyle/>
        <a:p>
          <a:r>
            <a:rPr lang="en-US"/>
            <a:t>US Fish and Wildlife Services</a:t>
          </a:r>
        </a:p>
      </dgm:t>
    </dgm:pt>
    <dgm:pt modelId="{3FEB153E-301D-420C-A459-7CC00BAE3FB4}" type="parTrans" cxnId="{3874DE23-B855-4B56-BDA1-AAC93D736A3F}">
      <dgm:prSet/>
      <dgm:spPr/>
      <dgm:t>
        <a:bodyPr/>
        <a:lstStyle/>
        <a:p>
          <a:endParaRPr lang="en-US"/>
        </a:p>
      </dgm:t>
    </dgm:pt>
    <dgm:pt modelId="{F43EEFED-D21F-499D-9FBC-554276CA06CC}" type="sibTrans" cxnId="{3874DE23-B855-4B56-BDA1-AAC93D736A3F}">
      <dgm:prSet/>
      <dgm:spPr/>
      <dgm:t>
        <a:bodyPr/>
        <a:lstStyle/>
        <a:p>
          <a:endParaRPr lang="en-US"/>
        </a:p>
      </dgm:t>
    </dgm:pt>
    <dgm:pt modelId="{D7CA3479-FAF2-460B-8E39-89C43DB33BAB}">
      <dgm:prSet/>
      <dgm:spPr/>
      <dgm:t>
        <a:bodyPr/>
        <a:lstStyle/>
        <a:p>
          <a:r>
            <a:rPr lang="en-US"/>
            <a:t>11015 rows of information</a:t>
          </a:r>
        </a:p>
      </dgm:t>
    </dgm:pt>
    <dgm:pt modelId="{A8F249D6-01E5-409F-954E-81AA516CAB2B}" type="parTrans" cxnId="{EE4C8183-67E7-4EB4-8D61-F5C745D9113B}">
      <dgm:prSet/>
      <dgm:spPr/>
      <dgm:t>
        <a:bodyPr/>
        <a:lstStyle/>
        <a:p>
          <a:endParaRPr lang="en-US"/>
        </a:p>
      </dgm:t>
    </dgm:pt>
    <dgm:pt modelId="{E62EC46C-A2F2-4CEC-8135-D9769EFDCC97}" type="sibTrans" cxnId="{EE4C8183-67E7-4EB4-8D61-F5C745D9113B}">
      <dgm:prSet/>
      <dgm:spPr/>
      <dgm:t>
        <a:bodyPr/>
        <a:lstStyle/>
        <a:p>
          <a:endParaRPr lang="en-US"/>
        </a:p>
      </dgm:t>
    </dgm:pt>
    <dgm:pt modelId="{3E6B1F2B-429C-4D4D-90C1-0D1C91CCDC59}">
      <dgm:prSet/>
      <dgm:spPr/>
      <dgm:t>
        <a:bodyPr/>
        <a:lstStyle/>
        <a:p>
          <a:r>
            <a:rPr lang="en-US"/>
            <a:t>Data needed to be filtered to only a specific region</a:t>
          </a:r>
        </a:p>
      </dgm:t>
    </dgm:pt>
    <dgm:pt modelId="{B791B78D-4697-4604-BEA3-AC59BEFEF947}" type="parTrans" cxnId="{1528BE19-5B1C-42F0-96CD-6A8C2C52623A}">
      <dgm:prSet/>
      <dgm:spPr/>
      <dgm:t>
        <a:bodyPr/>
        <a:lstStyle/>
        <a:p>
          <a:endParaRPr lang="en-US"/>
        </a:p>
      </dgm:t>
    </dgm:pt>
    <dgm:pt modelId="{53438501-EB08-4E36-BC9F-3BDCBE6583E7}" type="sibTrans" cxnId="{1528BE19-5B1C-42F0-96CD-6A8C2C52623A}">
      <dgm:prSet/>
      <dgm:spPr/>
      <dgm:t>
        <a:bodyPr/>
        <a:lstStyle/>
        <a:p>
          <a:endParaRPr lang="en-US"/>
        </a:p>
      </dgm:t>
    </dgm:pt>
    <dgm:pt modelId="{6F07E728-EFF6-4A72-8913-036B24C3C27F}" type="pres">
      <dgm:prSet presAssocID="{3331130F-372F-4212-B729-0B7090AC2C92}" presName="root" presStyleCnt="0">
        <dgm:presLayoutVars>
          <dgm:dir/>
          <dgm:resizeHandles val="exact"/>
        </dgm:presLayoutVars>
      </dgm:prSet>
      <dgm:spPr/>
    </dgm:pt>
    <dgm:pt modelId="{58512D29-F462-4D82-BB0F-8F2265C02570}" type="pres">
      <dgm:prSet presAssocID="{3331130F-372F-4212-B729-0B7090AC2C92}" presName="container" presStyleCnt="0">
        <dgm:presLayoutVars>
          <dgm:dir/>
          <dgm:resizeHandles val="exact"/>
        </dgm:presLayoutVars>
      </dgm:prSet>
      <dgm:spPr/>
    </dgm:pt>
    <dgm:pt modelId="{C195A4FF-605F-427C-AF01-8E8B1014DA94}" type="pres">
      <dgm:prSet presAssocID="{958957B2-A617-40F8-B704-76BC6960683C}" presName="compNode" presStyleCnt="0"/>
      <dgm:spPr/>
    </dgm:pt>
    <dgm:pt modelId="{7637353B-977E-4D5C-8184-3D6F1B740C87}" type="pres">
      <dgm:prSet presAssocID="{958957B2-A617-40F8-B704-76BC6960683C}" presName="iconBgRect" presStyleLbl="bgShp" presStyleIdx="0" presStyleCnt="3"/>
      <dgm:spPr/>
    </dgm:pt>
    <dgm:pt modelId="{6E6A3779-4E78-4974-BF08-2C41BB80D68B}" type="pres">
      <dgm:prSet presAssocID="{958957B2-A617-40F8-B704-76BC6960683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12471DD1-0C48-497B-9BB7-5AA69B284DAA}" type="pres">
      <dgm:prSet presAssocID="{958957B2-A617-40F8-B704-76BC6960683C}" presName="spaceRect" presStyleCnt="0"/>
      <dgm:spPr/>
    </dgm:pt>
    <dgm:pt modelId="{4770DE55-C3E6-4A31-8BDE-54365539CC98}" type="pres">
      <dgm:prSet presAssocID="{958957B2-A617-40F8-B704-76BC6960683C}" presName="textRect" presStyleLbl="revTx" presStyleIdx="0" presStyleCnt="3">
        <dgm:presLayoutVars>
          <dgm:chMax val="1"/>
          <dgm:chPref val="1"/>
        </dgm:presLayoutVars>
      </dgm:prSet>
      <dgm:spPr/>
    </dgm:pt>
    <dgm:pt modelId="{CF98624B-A5E4-47A2-A911-F914CD381761}" type="pres">
      <dgm:prSet presAssocID="{F43EEFED-D21F-499D-9FBC-554276CA06CC}" presName="sibTrans" presStyleLbl="sibTrans2D1" presStyleIdx="0" presStyleCnt="0"/>
      <dgm:spPr/>
    </dgm:pt>
    <dgm:pt modelId="{35A80FB0-5329-4458-B670-2ABDF27FC85E}" type="pres">
      <dgm:prSet presAssocID="{D7CA3479-FAF2-460B-8E39-89C43DB33BAB}" presName="compNode" presStyleCnt="0"/>
      <dgm:spPr/>
    </dgm:pt>
    <dgm:pt modelId="{4451C700-2CB0-40EA-900D-DF64A5EAD156}" type="pres">
      <dgm:prSet presAssocID="{D7CA3479-FAF2-460B-8E39-89C43DB33BAB}" presName="iconBgRect" presStyleLbl="bgShp" presStyleIdx="1" presStyleCnt="3"/>
      <dgm:spPr/>
    </dgm:pt>
    <dgm:pt modelId="{36EFECD9-A734-40BD-9B1F-CA58175C3D53}" type="pres">
      <dgm:prSet presAssocID="{D7CA3479-FAF2-460B-8E39-89C43DB33BA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0942D2F-A92C-41E0-8143-C1F3053EADA1}" type="pres">
      <dgm:prSet presAssocID="{D7CA3479-FAF2-460B-8E39-89C43DB33BAB}" presName="spaceRect" presStyleCnt="0"/>
      <dgm:spPr/>
    </dgm:pt>
    <dgm:pt modelId="{BCDBDB30-3176-4953-9ACC-9523606F80CC}" type="pres">
      <dgm:prSet presAssocID="{D7CA3479-FAF2-460B-8E39-89C43DB33BAB}" presName="textRect" presStyleLbl="revTx" presStyleIdx="1" presStyleCnt="3">
        <dgm:presLayoutVars>
          <dgm:chMax val="1"/>
          <dgm:chPref val="1"/>
        </dgm:presLayoutVars>
      </dgm:prSet>
      <dgm:spPr/>
    </dgm:pt>
    <dgm:pt modelId="{E6AE21FF-5AF7-484D-8B45-B7FAEEE38992}" type="pres">
      <dgm:prSet presAssocID="{E62EC46C-A2F2-4CEC-8135-D9769EFDCC97}" presName="sibTrans" presStyleLbl="sibTrans2D1" presStyleIdx="0" presStyleCnt="0"/>
      <dgm:spPr/>
    </dgm:pt>
    <dgm:pt modelId="{E69E5E3C-E95A-470E-83CF-BCB8F6BEBD04}" type="pres">
      <dgm:prSet presAssocID="{3E6B1F2B-429C-4D4D-90C1-0D1C91CCDC59}" presName="compNode" presStyleCnt="0"/>
      <dgm:spPr/>
    </dgm:pt>
    <dgm:pt modelId="{A851813F-3346-45B8-9C6F-AFC9E9D5E616}" type="pres">
      <dgm:prSet presAssocID="{3E6B1F2B-429C-4D4D-90C1-0D1C91CCDC59}" presName="iconBgRect" presStyleLbl="bgShp" presStyleIdx="2" presStyleCnt="3"/>
      <dgm:spPr/>
    </dgm:pt>
    <dgm:pt modelId="{B6C32EDE-BD74-4B9C-BAB5-02809177AD11}" type="pres">
      <dgm:prSet presAssocID="{3E6B1F2B-429C-4D4D-90C1-0D1C91CCDC5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BB0F0D8-69C8-4A5B-BE52-5E4CE42C7C33}" type="pres">
      <dgm:prSet presAssocID="{3E6B1F2B-429C-4D4D-90C1-0D1C91CCDC59}" presName="spaceRect" presStyleCnt="0"/>
      <dgm:spPr/>
    </dgm:pt>
    <dgm:pt modelId="{8AAD170B-5BC7-4FE2-A48C-C0D6D3E40798}" type="pres">
      <dgm:prSet presAssocID="{3E6B1F2B-429C-4D4D-90C1-0D1C91CCDC5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F0AA06-5C06-4585-8C42-66541B7A77C0}" type="presOf" srcId="{3331130F-372F-4212-B729-0B7090AC2C92}" destId="{6F07E728-EFF6-4A72-8913-036B24C3C27F}" srcOrd="0" destOrd="0" presId="urn:microsoft.com/office/officeart/2018/2/layout/IconCircleList"/>
    <dgm:cxn modelId="{B69EB30E-0E59-493E-AA1A-87B39792D6FA}" type="presOf" srcId="{3E6B1F2B-429C-4D4D-90C1-0D1C91CCDC59}" destId="{8AAD170B-5BC7-4FE2-A48C-C0D6D3E40798}" srcOrd="0" destOrd="0" presId="urn:microsoft.com/office/officeart/2018/2/layout/IconCircleList"/>
    <dgm:cxn modelId="{51B0B114-33E5-4562-A327-C2E48C19B022}" type="presOf" srcId="{E62EC46C-A2F2-4CEC-8135-D9769EFDCC97}" destId="{E6AE21FF-5AF7-484D-8B45-B7FAEEE38992}" srcOrd="0" destOrd="0" presId="urn:microsoft.com/office/officeart/2018/2/layout/IconCircleList"/>
    <dgm:cxn modelId="{1528BE19-5B1C-42F0-96CD-6A8C2C52623A}" srcId="{3331130F-372F-4212-B729-0B7090AC2C92}" destId="{3E6B1F2B-429C-4D4D-90C1-0D1C91CCDC59}" srcOrd="2" destOrd="0" parTransId="{B791B78D-4697-4604-BEA3-AC59BEFEF947}" sibTransId="{53438501-EB08-4E36-BC9F-3BDCBE6583E7}"/>
    <dgm:cxn modelId="{3874DE23-B855-4B56-BDA1-AAC93D736A3F}" srcId="{3331130F-372F-4212-B729-0B7090AC2C92}" destId="{958957B2-A617-40F8-B704-76BC6960683C}" srcOrd="0" destOrd="0" parTransId="{3FEB153E-301D-420C-A459-7CC00BAE3FB4}" sibTransId="{F43EEFED-D21F-499D-9FBC-554276CA06CC}"/>
    <dgm:cxn modelId="{4A2C4534-4142-4BB7-BC20-3E910B14FAB3}" type="presOf" srcId="{F43EEFED-D21F-499D-9FBC-554276CA06CC}" destId="{CF98624B-A5E4-47A2-A911-F914CD381761}" srcOrd="0" destOrd="0" presId="urn:microsoft.com/office/officeart/2018/2/layout/IconCircleList"/>
    <dgm:cxn modelId="{9EB5A348-BB13-45A7-8FC5-E645C018EDCB}" type="presOf" srcId="{D7CA3479-FAF2-460B-8E39-89C43DB33BAB}" destId="{BCDBDB30-3176-4953-9ACC-9523606F80CC}" srcOrd="0" destOrd="0" presId="urn:microsoft.com/office/officeart/2018/2/layout/IconCircleList"/>
    <dgm:cxn modelId="{24A63C53-D9DC-4F96-ACC4-4B789AF52838}" type="presOf" srcId="{958957B2-A617-40F8-B704-76BC6960683C}" destId="{4770DE55-C3E6-4A31-8BDE-54365539CC98}" srcOrd="0" destOrd="0" presId="urn:microsoft.com/office/officeart/2018/2/layout/IconCircleList"/>
    <dgm:cxn modelId="{EE4C8183-67E7-4EB4-8D61-F5C745D9113B}" srcId="{3331130F-372F-4212-B729-0B7090AC2C92}" destId="{D7CA3479-FAF2-460B-8E39-89C43DB33BAB}" srcOrd="1" destOrd="0" parTransId="{A8F249D6-01E5-409F-954E-81AA516CAB2B}" sibTransId="{E62EC46C-A2F2-4CEC-8135-D9769EFDCC97}"/>
    <dgm:cxn modelId="{5A9433D1-87C0-4A0A-B262-4472F81088E3}" type="presParOf" srcId="{6F07E728-EFF6-4A72-8913-036B24C3C27F}" destId="{58512D29-F462-4D82-BB0F-8F2265C02570}" srcOrd="0" destOrd="0" presId="urn:microsoft.com/office/officeart/2018/2/layout/IconCircleList"/>
    <dgm:cxn modelId="{B2912D71-31DA-4B2A-9ABC-97B864D27A75}" type="presParOf" srcId="{58512D29-F462-4D82-BB0F-8F2265C02570}" destId="{C195A4FF-605F-427C-AF01-8E8B1014DA94}" srcOrd="0" destOrd="0" presId="urn:microsoft.com/office/officeart/2018/2/layout/IconCircleList"/>
    <dgm:cxn modelId="{89A9FA99-FB44-45AF-8D01-F7754ED52763}" type="presParOf" srcId="{C195A4FF-605F-427C-AF01-8E8B1014DA94}" destId="{7637353B-977E-4D5C-8184-3D6F1B740C87}" srcOrd="0" destOrd="0" presId="urn:microsoft.com/office/officeart/2018/2/layout/IconCircleList"/>
    <dgm:cxn modelId="{36700FD2-1D80-4D99-8FEE-AC586FB39121}" type="presParOf" srcId="{C195A4FF-605F-427C-AF01-8E8B1014DA94}" destId="{6E6A3779-4E78-4974-BF08-2C41BB80D68B}" srcOrd="1" destOrd="0" presId="urn:microsoft.com/office/officeart/2018/2/layout/IconCircleList"/>
    <dgm:cxn modelId="{31AAFC73-5C53-4E10-82D5-CA0E2A294C72}" type="presParOf" srcId="{C195A4FF-605F-427C-AF01-8E8B1014DA94}" destId="{12471DD1-0C48-497B-9BB7-5AA69B284DAA}" srcOrd="2" destOrd="0" presId="urn:microsoft.com/office/officeart/2018/2/layout/IconCircleList"/>
    <dgm:cxn modelId="{B9985F03-31D9-40AB-A34B-829166796E45}" type="presParOf" srcId="{C195A4FF-605F-427C-AF01-8E8B1014DA94}" destId="{4770DE55-C3E6-4A31-8BDE-54365539CC98}" srcOrd="3" destOrd="0" presId="urn:microsoft.com/office/officeart/2018/2/layout/IconCircleList"/>
    <dgm:cxn modelId="{926EA8F3-3886-4D56-8948-94F55EC36F66}" type="presParOf" srcId="{58512D29-F462-4D82-BB0F-8F2265C02570}" destId="{CF98624B-A5E4-47A2-A911-F914CD381761}" srcOrd="1" destOrd="0" presId="urn:microsoft.com/office/officeart/2018/2/layout/IconCircleList"/>
    <dgm:cxn modelId="{E60CD228-B514-4F5B-9513-5D50B527026B}" type="presParOf" srcId="{58512D29-F462-4D82-BB0F-8F2265C02570}" destId="{35A80FB0-5329-4458-B670-2ABDF27FC85E}" srcOrd="2" destOrd="0" presId="urn:microsoft.com/office/officeart/2018/2/layout/IconCircleList"/>
    <dgm:cxn modelId="{42D9F25F-C2C9-4128-B0B1-5A5369FAE1FC}" type="presParOf" srcId="{35A80FB0-5329-4458-B670-2ABDF27FC85E}" destId="{4451C700-2CB0-40EA-900D-DF64A5EAD156}" srcOrd="0" destOrd="0" presId="urn:microsoft.com/office/officeart/2018/2/layout/IconCircleList"/>
    <dgm:cxn modelId="{39353B57-89C7-454D-A506-0FE0176ECB11}" type="presParOf" srcId="{35A80FB0-5329-4458-B670-2ABDF27FC85E}" destId="{36EFECD9-A734-40BD-9B1F-CA58175C3D53}" srcOrd="1" destOrd="0" presId="urn:microsoft.com/office/officeart/2018/2/layout/IconCircleList"/>
    <dgm:cxn modelId="{FC379242-9ECA-4D8B-9D12-1089036710FC}" type="presParOf" srcId="{35A80FB0-5329-4458-B670-2ABDF27FC85E}" destId="{50942D2F-A92C-41E0-8143-C1F3053EADA1}" srcOrd="2" destOrd="0" presId="urn:microsoft.com/office/officeart/2018/2/layout/IconCircleList"/>
    <dgm:cxn modelId="{3373A969-9E1C-4C75-B5D4-73884A179D34}" type="presParOf" srcId="{35A80FB0-5329-4458-B670-2ABDF27FC85E}" destId="{BCDBDB30-3176-4953-9ACC-9523606F80CC}" srcOrd="3" destOrd="0" presId="urn:microsoft.com/office/officeart/2018/2/layout/IconCircleList"/>
    <dgm:cxn modelId="{06A69DFF-2127-4384-8DBF-373F724DCB60}" type="presParOf" srcId="{58512D29-F462-4D82-BB0F-8F2265C02570}" destId="{E6AE21FF-5AF7-484D-8B45-B7FAEEE38992}" srcOrd="3" destOrd="0" presId="urn:microsoft.com/office/officeart/2018/2/layout/IconCircleList"/>
    <dgm:cxn modelId="{3892D158-5E19-4A61-B3FB-1C510FE0CC53}" type="presParOf" srcId="{58512D29-F462-4D82-BB0F-8F2265C02570}" destId="{E69E5E3C-E95A-470E-83CF-BCB8F6BEBD04}" srcOrd="4" destOrd="0" presId="urn:microsoft.com/office/officeart/2018/2/layout/IconCircleList"/>
    <dgm:cxn modelId="{6BE3D89F-4183-49F0-B3CE-4CF4A682575D}" type="presParOf" srcId="{E69E5E3C-E95A-470E-83CF-BCB8F6BEBD04}" destId="{A851813F-3346-45B8-9C6F-AFC9E9D5E616}" srcOrd="0" destOrd="0" presId="urn:microsoft.com/office/officeart/2018/2/layout/IconCircleList"/>
    <dgm:cxn modelId="{3C848C8F-A268-4C23-97F7-825547D1486D}" type="presParOf" srcId="{E69E5E3C-E95A-470E-83CF-BCB8F6BEBD04}" destId="{B6C32EDE-BD74-4B9C-BAB5-02809177AD11}" srcOrd="1" destOrd="0" presId="urn:microsoft.com/office/officeart/2018/2/layout/IconCircleList"/>
    <dgm:cxn modelId="{BEF687EE-CD1F-4C9D-9126-052C55F735BB}" type="presParOf" srcId="{E69E5E3C-E95A-470E-83CF-BCB8F6BEBD04}" destId="{9BB0F0D8-69C8-4A5B-BE52-5E4CE42C7C33}" srcOrd="2" destOrd="0" presId="urn:microsoft.com/office/officeart/2018/2/layout/IconCircleList"/>
    <dgm:cxn modelId="{ADC7C1B7-1626-4897-89AA-77B0882DCE69}" type="presParOf" srcId="{E69E5E3C-E95A-470E-83CF-BCB8F6BEBD04}" destId="{8AAD170B-5BC7-4FE2-A48C-C0D6D3E4079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7353B-977E-4D5C-8184-3D6F1B740C87}">
      <dsp:nvSpPr>
        <dsp:cNvPr id="0" name=""/>
        <dsp:cNvSpPr/>
      </dsp:nvSpPr>
      <dsp:spPr>
        <a:xfrm>
          <a:off x="366183" y="1376213"/>
          <a:ext cx="813733" cy="8137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6A3779-4E78-4974-BF08-2C41BB80D68B}">
      <dsp:nvSpPr>
        <dsp:cNvPr id="0" name=""/>
        <dsp:cNvSpPr/>
      </dsp:nvSpPr>
      <dsp:spPr>
        <a:xfrm>
          <a:off x="537067" y="1547097"/>
          <a:ext cx="471965" cy="471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0DE55-C3E6-4A31-8BDE-54365539CC98}">
      <dsp:nvSpPr>
        <dsp:cNvPr id="0" name=""/>
        <dsp:cNvSpPr/>
      </dsp:nvSpPr>
      <dsp:spPr>
        <a:xfrm>
          <a:off x="1354287" y="1376213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 Fish and Wildlife Services</a:t>
          </a:r>
        </a:p>
      </dsp:txBody>
      <dsp:txXfrm>
        <a:off x="1354287" y="1376213"/>
        <a:ext cx="1918085" cy="813733"/>
      </dsp:txXfrm>
    </dsp:sp>
    <dsp:sp modelId="{4451C700-2CB0-40EA-900D-DF64A5EAD156}">
      <dsp:nvSpPr>
        <dsp:cNvPr id="0" name=""/>
        <dsp:cNvSpPr/>
      </dsp:nvSpPr>
      <dsp:spPr>
        <a:xfrm>
          <a:off x="3606585" y="1376213"/>
          <a:ext cx="813733" cy="8137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FECD9-A734-40BD-9B1F-CA58175C3D53}">
      <dsp:nvSpPr>
        <dsp:cNvPr id="0" name=""/>
        <dsp:cNvSpPr/>
      </dsp:nvSpPr>
      <dsp:spPr>
        <a:xfrm>
          <a:off x="3777468" y="1547097"/>
          <a:ext cx="471965" cy="471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BDB30-3176-4953-9ACC-9523606F80CC}">
      <dsp:nvSpPr>
        <dsp:cNvPr id="0" name=""/>
        <dsp:cNvSpPr/>
      </dsp:nvSpPr>
      <dsp:spPr>
        <a:xfrm>
          <a:off x="4594689" y="1376213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11015 rows of information</a:t>
          </a:r>
        </a:p>
      </dsp:txBody>
      <dsp:txXfrm>
        <a:off x="4594689" y="1376213"/>
        <a:ext cx="1918085" cy="813733"/>
      </dsp:txXfrm>
    </dsp:sp>
    <dsp:sp modelId="{A851813F-3346-45B8-9C6F-AFC9E9D5E616}">
      <dsp:nvSpPr>
        <dsp:cNvPr id="0" name=""/>
        <dsp:cNvSpPr/>
      </dsp:nvSpPr>
      <dsp:spPr>
        <a:xfrm>
          <a:off x="6846986" y="1376213"/>
          <a:ext cx="813733" cy="81373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C32EDE-BD74-4B9C-BAB5-02809177AD11}">
      <dsp:nvSpPr>
        <dsp:cNvPr id="0" name=""/>
        <dsp:cNvSpPr/>
      </dsp:nvSpPr>
      <dsp:spPr>
        <a:xfrm>
          <a:off x="7017870" y="1547097"/>
          <a:ext cx="471965" cy="471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D170B-5BC7-4FE2-A48C-C0D6D3E40798}">
      <dsp:nvSpPr>
        <dsp:cNvPr id="0" name=""/>
        <dsp:cNvSpPr/>
      </dsp:nvSpPr>
      <dsp:spPr>
        <a:xfrm>
          <a:off x="7835091" y="1376213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needed to be filtered to only a specific region</a:t>
          </a:r>
        </a:p>
      </dsp:txBody>
      <dsp:txXfrm>
        <a:off x="7835091" y="1376213"/>
        <a:ext cx="1918085" cy="813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EC3F-337F-A6C9-9906-D0813307E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F7AB8A-B930-D846-8D2C-C2F8B170C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F8CC-4C6B-BC56-2CEB-205A0F57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02068-014B-6FD8-69CC-06536D5B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466B0-245E-9E09-5E5E-B925851F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2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DE910-A7A3-8BE4-EA46-BC2FC030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9FBD-7C3F-A3DC-BD2F-F1B1E40E2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1ABFB-EC7E-D7F3-6E46-69A97516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7BB8E-14F7-A196-F03E-BCA0F431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CA792-F154-589A-0216-50C06B78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91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C4728-122E-4CA0-A276-FFCB2E3C6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6F568-3BF3-EA96-3D0D-26BF68F36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C8C20-F441-3FC9-33F4-528F6C186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15282-6FE4-4925-DF82-EFEF134F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62178-51A6-32D9-0A73-EDB68FCC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9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F13F-5E0C-F748-9F89-084919117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EC126-2C59-FCFB-3E6E-C2C4BD518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960AF-A8BF-A4C6-FCEA-1F4F1B2E1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E15EE-610F-AD59-6C2C-E79C7DBBE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AF70D-1BD4-3585-5A31-A6DEA76D8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9C2A4-EC0A-9778-7683-E1A78F60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21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321F-2103-D821-C575-95D1B8AD4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459C6-5395-752F-1C9D-714A597EE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08B24-1DEF-306C-439E-C88C9F4DE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EE21A-E742-F888-F339-99D21D70F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22F06-9057-080D-BEEA-E8A60AC60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1CD1F-2AAC-3236-31D0-9C87A091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A2CB38-9417-CF0C-BD3D-3C1F0253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08D9C-1683-D052-F885-30A6D815B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1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FDD4A-95D4-B394-BB9D-17AA8F0F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0906B-D4FC-DA8A-B1C5-1639FC3B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EA915-6B0E-1A70-8E6D-1BF7789C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FF638-6AC3-CD10-F5FE-DFA5E9F8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4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2631E-0183-594C-CAED-D941DFF5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DDCEC-9575-9B33-17A8-FF05FA65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740C5-95B9-7E59-A229-DF8C1B92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1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FB58E-C37B-59D9-CEDA-6FED531A0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308D6-D99E-9783-EDD9-B59F2156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748F6-F8CC-6A7C-9DB3-BA087CBC0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B91CC-9B31-C041-9E27-F47259DF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BE4AD-1369-5726-A649-D360B1F22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3C77B-103A-6DD5-1047-57BCB0B3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2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3B91-F129-5EEE-9B46-E0B324842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58F6D-5BF0-330F-608B-C373A5A57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BED36-751D-D86C-AD15-945288CAC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FE3BB-E5C3-8B01-822D-F4B42434A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8BCE3-8AB5-5725-F360-6F82441C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2C040-7BE1-09ED-C08C-184FD3EF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2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5B16-B0CB-29C3-7B9A-46315172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A3156-68F9-EF51-2BB0-C3335B78C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6BE3D-8EC3-A2FE-88B6-53CD0350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D60D0-1156-6ED0-C062-DEA49508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6160A-5642-C461-DB84-25486FFB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9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40361F-84BD-2A3D-B2B5-1825A8D49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443BD-E9C5-06AE-E8B9-4974558C3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D33A7-DECA-C771-FE07-C792980C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55AD8-F092-E4C5-791E-2E6F1F8B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57012-0BDA-D820-1B14-BFF7362F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91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158FE-C098-748E-5BB8-8D702D5F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B1E64-353F-15A8-868B-7FDF6BB94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9B93F-A0C4-02B9-5375-C8CDA3B99D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5F6A8-2AAC-496B-9B75-98417A1B6A7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F7E91-1AD6-A9F0-FE27-BC825F3D2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67391-0847-FB26-8D38-31D101418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C4189-7AAA-4D54-A9D4-E2B407ED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32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002BA-8AD8-62B9-9CE3-A3BC13393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Endangered species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6AA45-97E5-F574-0C6C-B76904832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William Chokbengboune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63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5444E-A436-32B6-5A76-E507383D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US" sz="4000"/>
              <a:t>Problem Statement</a:t>
            </a:r>
          </a:p>
        </p:txBody>
      </p:sp>
      <p:pic>
        <p:nvPicPr>
          <p:cNvPr id="7" name="Graphic 6" descr="Error">
            <a:extLst>
              <a:ext uri="{FF2B5EF4-FFF2-40B4-BE49-F238E27FC236}">
                <a16:creationId xmlns:a16="http://schemas.microsoft.com/office/drawing/2014/main" id="{0E253B0B-BBE1-56E4-4193-5E25D52A26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10579-FBE0-A487-0D8E-5A8B098D7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r>
              <a:rPr lang="en-US" sz="2000"/>
              <a:t>With urbanization of the Southeast United States, people are destroying the ecology of many species, some of which are unknown.</a:t>
            </a:r>
          </a:p>
        </p:txBody>
      </p:sp>
      <p:pic>
        <p:nvPicPr>
          <p:cNvPr id="9" name="Graphic 8" descr="Error">
            <a:extLst>
              <a:ext uri="{FF2B5EF4-FFF2-40B4-BE49-F238E27FC236}">
                <a16:creationId xmlns:a16="http://schemas.microsoft.com/office/drawing/2014/main" id="{1B8314BE-A1BA-4B34-93ED-7995B2AB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69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7F7CB-81D6-5440-160E-B57CBC29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Source of information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96F0B7-7F6A-297E-ECF9-9E01A1F0C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93929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20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6C57F-3B08-5D41-BE1D-A758407AC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Data From Analysis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43E8FB-38A9-FD18-A600-C9DA6B0F0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7" r="306" b="2"/>
          <a:stretch>
            <a:fillRect/>
          </a:stretch>
        </p:blipFill>
        <p:spPr>
          <a:xfrm>
            <a:off x="437835" y="2642616"/>
            <a:ext cx="5378825" cy="3605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139AD5-2420-68F0-3B97-E2DD225AC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26" b="3"/>
          <a:stretch>
            <a:fillRect/>
          </a:stretch>
        </p:blipFill>
        <p:spPr>
          <a:xfrm>
            <a:off x="6372276" y="2642616"/>
            <a:ext cx="5378855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11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sX0" fmla="*/ 0 w 5649003"/>
              <a:gd name="csY0" fmla="*/ 5325836 h 10651671"/>
              <a:gd name="csX1" fmla="*/ 2824502 w 5649003"/>
              <a:gd name="csY1" fmla="*/ 0 h 10651671"/>
              <a:gd name="csX2" fmla="*/ 5649004 w 5649003"/>
              <a:gd name="csY2" fmla="*/ 5325836 h 10651671"/>
              <a:gd name="csX3" fmla="*/ 2824502 w 5649003"/>
              <a:gd name="csY3" fmla="*/ 10651672 h 10651671"/>
              <a:gd name="csX4" fmla="*/ 0 w 5649003"/>
              <a:gd name="csY4" fmla="*/ 5325836 h 106516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8782F-B8AC-B6E7-2D25-0E0FE938A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1911096"/>
            <a:ext cx="8055864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DD88A-93ED-36E3-35F2-C57255965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832" y="4353507"/>
            <a:ext cx="5733288" cy="93268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My initial hypothesis was incorrect.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61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Endangered species</vt:lpstr>
      <vt:lpstr>Problem Statement</vt:lpstr>
      <vt:lpstr>Source of information</vt:lpstr>
      <vt:lpstr>Data From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Chokbengboune</dc:creator>
  <cp:lastModifiedBy>William Chokbengboune</cp:lastModifiedBy>
  <cp:revision>2</cp:revision>
  <dcterms:created xsi:type="dcterms:W3CDTF">2026-05-04T00:32:55Z</dcterms:created>
  <dcterms:modified xsi:type="dcterms:W3CDTF">2026-05-04T03:42:25Z</dcterms:modified>
</cp:coreProperties>
</file>